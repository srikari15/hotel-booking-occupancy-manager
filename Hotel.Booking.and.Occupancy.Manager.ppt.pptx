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7C1A46-171C-5DCF-3352-A04624E6A5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06" t="-7208" r="54435" b="13212"/>
          <a:stretch>
            <a:fillRect/>
          </a:stretch>
        </p:blipFill>
        <p:spPr>
          <a:xfrm>
            <a:off x="127821" y="78658"/>
            <a:ext cx="5653548" cy="6400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2447EC-9AFB-C24F-C923-A56F42EB5F9F}"/>
              </a:ext>
            </a:extLst>
          </p:cNvPr>
          <p:cNvSpPr txBox="1"/>
          <p:nvPr/>
        </p:nvSpPr>
        <p:spPr>
          <a:xfrm>
            <a:off x="491614" y="167148"/>
            <a:ext cx="5978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7. Implementation [screenshots]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12CB6D-BF03-EC7D-4A1A-DC587AA656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1" r="50404" b="8853"/>
          <a:stretch>
            <a:fillRect/>
          </a:stretch>
        </p:blipFill>
        <p:spPr>
          <a:xfrm>
            <a:off x="5781369" y="245806"/>
            <a:ext cx="6046838" cy="62336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3473A9-B570-09C6-9FA5-341633841C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968" b="8674"/>
          <a:stretch>
            <a:fillRect/>
          </a:stretch>
        </p:blipFill>
        <p:spPr>
          <a:xfrm>
            <a:off x="117834" y="442452"/>
            <a:ext cx="5978013" cy="62631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552308-A35B-A09A-DE5B-2EEA55B102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290" r="48064" b="9965"/>
          <a:stretch>
            <a:fillRect/>
          </a:stretch>
        </p:blipFill>
        <p:spPr>
          <a:xfrm>
            <a:off x="6095847" y="373626"/>
            <a:ext cx="6331974" cy="62631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6EA842-8952-8064-A3CE-0E65ED99D658}"/>
              </a:ext>
            </a:extLst>
          </p:cNvPr>
          <p:cNvSpPr txBox="1"/>
          <p:nvPr/>
        </p:nvSpPr>
        <p:spPr>
          <a:xfrm>
            <a:off x="58840" y="39329"/>
            <a:ext cx="5486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Implementation [screenshots]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36D43B-FB63-417E-4970-794BFBBAE8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-1720" r="56210" b="7526"/>
          <a:stretch>
            <a:fillRect/>
          </a:stretch>
        </p:blipFill>
        <p:spPr>
          <a:xfrm>
            <a:off x="530942" y="305258"/>
            <a:ext cx="5338916" cy="64597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870335-0E96-2C57-0117-7A5BD3F889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6209" b="8517"/>
          <a:stretch>
            <a:fillRect/>
          </a:stretch>
        </p:blipFill>
        <p:spPr>
          <a:xfrm>
            <a:off x="5899202" y="398205"/>
            <a:ext cx="5338916" cy="62738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773FEE-583E-BF22-B1AB-02D56517097A}"/>
              </a:ext>
            </a:extLst>
          </p:cNvPr>
          <p:cNvSpPr txBox="1"/>
          <p:nvPr/>
        </p:nvSpPr>
        <p:spPr>
          <a:xfrm>
            <a:off x="0" y="92948"/>
            <a:ext cx="52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[screenshots]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491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962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7B0C29-917D-470F-4E73-EDB9EFDB34B9}"/>
              </a:ext>
            </a:extLst>
          </p:cNvPr>
          <p:cNvSpPr txBox="1"/>
          <p:nvPr/>
        </p:nvSpPr>
        <p:spPr>
          <a:xfrm>
            <a:off x="8062452" y="45228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F72866-B3C5-687B-E8E5-8CAD56FC2E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177" t="22315" r="32357" b="11042"/>
          <a:stretch>
            <a:fillRect/>
          </a:stretch>
        </p:blipFill>
        <p:spPr>
          <a:xfrm>
            <a:off x="7474069" y="2399070"/>
            <a:ext cx="3201222" cy="31954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1BFAB-AAD7-B5E4-05DA-C57432CBDBF4}"/>
              </a:ext>
            </a:extLst>
          </p:cNvPr>
          <p:cNvSpPr txBox="1"/>
          <p:nvPr/>
        </p:nvSpPr>
        <p:spPr>
          <a:xfrm>
            <a:off x="6626942" y="5850194"/>
            <a:ext cx="4719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Github</a:t>
            </a:r>
            <a:r>
              <a:rPr lang="en-IN" dirty="0"/>
              <a:t> </a:t>
            </a:r>
            <a:r>
              <a:rPr lang="en-IN" err="1"/>
              <a:t>Link</a:t>
            </a:r>
            <a:r>
              <a:rPr lang="en-IN"/>
              <a:t>: https</a:t>
            </a:r>
            <a:r>
              <a:rPr lang="en-IN" dirty="0"/>
              <a:t>://github.com/srikari15/Hotel-Booking-Occupancy-Manager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10260D-0FA4-AF47-4DAB-D62BA0388D3F}"/>
              </a:ext>
            </a:extLst>
          </p:cNvPr>
          <p:cNvSpPr txBox="1"/>
          <p:nvPr/>
        </p:nvSpPr>
        <p:spPr>
          <a:xfrm>
            <a:off x="3048000" y="32852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26</Words>
  <Application>Microsoft Office PowerPoint</Application>
  <PresentationFormat>Widescreen</PresentationFormat>
  <Paragraphs>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Srikari Miriyala</dc:creator>
  <cp:keywords/>
  <dc:description>generated using python-pptx</dc:description>
  <cp:lastModifiedBy>Srikari Miriyala</cp:lastModifiedBy>
  <cp:revision>3</cp:revision>
  <dcterms:created xsi:type="dcterms:W3CDTF">2013-01-27T09:14:16Z</dcterms:created>
  <dcterms:modified xsi:type="dcterms:W3CDTF">2026-10-16T01:53:27Z</dcterms:modified>
  <cp:category/>
</cp:coreProperties>
</file>