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4480560"/>
            <a:ext cx="411480" cy="91440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02752" y="461772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67344" y="461772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02752" y="489203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67344" y="489203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4114800"/>
            <a:ext cx="411480" cy="128016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97112" y="425196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61704" y="425196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97112" y="452627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61704" y="452627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0" y="4480560"/>
            <a:ext cx="411480" cy="91440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91472" y="461772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56064" y="461772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91472" y="489203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56064" y="489203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12680" y="4114800"/>
            <a:ext cx="411480" cy="128016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85832" y="425196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250424" y="425196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85832" y="452627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50424" y="452627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607040" y="4480560"/>
            <a:ext cx="411480" cy="91440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680192" y="461772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844784" y="4617720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680192" y="489203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844784" y="4892039"/>
            <a:ext cx="91440" cy="12801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1234440"/>
            <a:ext cx="7132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HOTEL BOOKING &amp;</a:t>
            </a:r>
            <a:br/>
            <a:r>
              <a:t>OCCUPANCY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8346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2A041"/>
                </a:solidFill>
              </a:defRPr>
            </a:pPr>
            <a:r>
              <a:t>Java-Based Room Reservation &amp; Hotel Management 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6593" y="3474720"/>
            <a:ext cx="5750101" cy="2839212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i="1" dirty="0"/>
          </a:p>
        </p:txBody>
      </p:sp>
      <p:sp>
        <p:nvSpPr>
          <p:cNvPr id="30" name="Rectangle 29"/>
          <p:cNvSpPr/>
          <p:nvPr/>
        </p:nvSpPr>
        <p:spPr>
          <a:xfrm>
            <a:off x="777240" y="3886200"/>
            <a:ext cx="64008" cy="132588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4050791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PROJECT DETAILS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0" y="1371600"/>
            <a:ext cx="702259" cy="702259"/>
          </a:xfrm>
          <a:prstGeom prst="ellipse">
            <a:avLst/>
          </a:prstGeom>
          <a:noFill/>
          <a:ln w="38100">
            <a:solidFill>
              <a:srgbClr val="D2A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29676" y="1649577"/>
            <a:ext cx="1243584" cy="160934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56371" y="1751990"/>
            <a:ext cx="175564" cy="32186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07500" y="1751990"/>
            <a:ext cx="175564" cy="32186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1613001"/>
            <a:ext cx="197510" cy="93268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308592" y="2051913"/>
            <a:ext cx="1371600" cy="307238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451238" y="1755648"/>
            <a:ext cx="384048" cy="241401"/>
          </a:xfrm>
          <a:prstGeom prst="round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418320" y="2337206"/>
            <a:ext cx="87782" cy="27432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515600" y="2337206"/>
            <a:ext cx="87782" cy="27432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241280" y="1371600"/>
            <a:ext cx="1069848" cy="1307592"/>
          </a:xfrm>
          <a:prstGeom prst="roundRect">
            <a:avLst/>
          </a:prstGeom>
          <a:solidFill>
            <a:srgbClr val="FFFFFF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455249" y="1704441"/>
            <a:ext cx="618134" cy="41605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455249" y="1942185"/>
            <a:ext cx="618134" cy="41605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455249" y="2179929"/>
            <a:ext cx="618134" cy="41605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B392F2-DBB0-AAF3-105C-404A0CEFA87D}"/>
              </a:ext>
            </a:extLst>
          </p:cNvPr>
          <p:cNvSpPr txBox="1"/>
          <p:nvPr/>
        </p:nvSpPr>
        <p:spPr>
          <a:xfrm>
            <a:off x="768096" y="4434839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Student Name: 1. </a:t>
            </a:r>
            <a:r>
              <a:rPr lang="en-IN" sz="2000" dirty="0" err="1"/>
              <a:t>M.Srikari</a:t>
            </a:r>
            <a:r>
              <a:rPr lang="en-IN" sz="2000" dirty="0"/>
              <a:t> [2620030683]</a:t>
            </a:r>
          </a:p>
          <a:p>
            <a:r>
              <a:rPr lang="en-IN" sz="2000" dirty="0"/>
              <a:t>                            2.G.Sanjana [2620030234] </a:t>
            </a:r>
          </a:p>
          <a:p>
            <a:r>
              <a:rPr lang="en-IN" sz="2000" dirty="0"/>
              <a:t>Faculty Guide: </a:t>
            </a:r>
            <a:r>
              <a:rPr lang="en-IN" sz="2000" dirty="0" err="1"/>
              <a:t>V.GopiKrishna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740664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Hotel management involves reservations, room allocation, guest check-in, check-out, and billing.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A manual process can make room status and occupancy difficult to track.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This project develops a simple Java-based system to organize these operations.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The system demonstrates fundamental Java control statements in a real-world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3258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58200" y="1325880"/>
            <a:ext cx="64008" cy="123444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59368" y="1490472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ROOM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1947672"/>
            <a:ext cx="256032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Reserve a vacant room.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994660"/>
            <a:ext cx="205739" cy="9715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98330" y="3451860"/>
            <a:ext cx="1428750" cy="32004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46919" y="3143250"/>
            <a:ext cx="400050" cy="251460"/>
          </a:xfrm>
          <a:prstGeom prst="round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12630" y="3749039"/>
            <a:ext cx="91440" cy="2857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755630" y="3749039"/>
            <a:ext cx="91440" cy="2857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58200" y="379476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58200" y="3794760"/>
            <a:ext cx="64008" cy="123444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59368" y="3959352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4416552"/>
            <a:ext cx="256032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Generate guest bill.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074920"/>
            <a:ext cx="905256" cy="1106424"/>
          </a:xfrm>
          <a:prstGeom prst="roundRect">
            <a:avLst/>
          </a:prstGeom>
          <a:solidFill>
            <a:srgbClr val="FFFFFF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99371" y="5356555"/>
            <a:ext cx="523036" cy="35204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99371" y="5557723"/>
            <a:ext cx="523036" cy="35204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99371" y="5758891"/>
            <a:ext cx="523036" cy="35204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98552"/>
            <a:ext cx="758952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23282D"/>
                </a:solidFill>
              </a:defRPr>
            </a:pPr>
            <a:r>
              <a:rPr dirty="0"/>
              <a:t>Managing room reservations manually can lead to errors and delays.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23282D"/>
                </a:solidFill>
              </a:defRPr>
            </a:pPr>
            <a:r>
              <a:rPr dirty="0"/>
              <a:t>Staff need to know whether a room is vacant or occupied.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23282D"/>
                </a:solidFill>
              </a:defRPr>
            </a:pPr>
            <a:r>
              <a:rPr dirty="0"/>
              <a:t>Different room categories require clear selection and handling.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23282D"/>
                </a:solidFill>
              </a:defRPr>
            </a:pPr>
            <a:r>
              <a:rPr dirty="0"/>
              <a:t>Guest operations such as check-in and check-out must update room status correctly.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 b="0">
                <a:solidFill>
                  <a:srgbClr val="23282D"/>
                </a:solidFill>
              </a:defRPr>
            </a:pPr>
            <a:r>
              <a:rPr dirty="0"/>
              <a:t>Billing and occupancy information should be available in an organized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28016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64008" cy="11430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87968" y="1444751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VACANCY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1901952"/>
            <a:ext cx="22860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Is the room available?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69748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0" y="2697480"/>
            <a:ext cx="64008" cy="114300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87968" y="286207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3319272"/>
            <a:ext cx="22860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What type of room?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11480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4114800"/>
            <a:ext cx="64008" cy="114300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427939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BILL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736592"/>
            <a:ext cx="22860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What amount is due?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09472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64008" cy="128016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618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Manage room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Reserve available rooms efficiently.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8672" y="1083564"/>
            <a:ext cx="5166360" cy="1280160"/>
          </a:xfrm>
          <a:prstGeom prst="roundRect">
            <a:avLst>
              <a:gd name="adj" fmla="val 20477"/>
            </a:avLst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64008" cy="128016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2618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Check room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7190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Select category using switch.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9748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64008" cy="128016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8620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Manage guests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3192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Handle check-in and check-out.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587978"/>
            <a:ext cx="254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2A041"/>
                </a:solidFill>
              </a:defRPr>
            </a:pPr>
            <a:r>
              <a:rPr lang="en-IN" dirty="0"/>
              <a:t>3.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309360" y="2715994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309360" y="2697480"/>
            <a:ext cx="64008" cy="128016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28620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Generate bills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3192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Calculate charges clearly.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306598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297680"/>
            <a:ext cx="64008" cy="1280160"/>
          </a:xfrm>
          <a:prstGeom prst="rect">
            <a:avLst/>
          </a:prstGeom>
          <a:solidFill>
            <a:srgbClr val="3E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44622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Track occupancy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9194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Display current room status.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254246"/>
            <a:ext cx="3621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2A041"/>
                </a:solidFill>
              </a:defRPr>
            </a:pPr>
            <a:r>
              <a:rPr lang="en-IN" dirty="0"/>
              <a:t>5.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6309360" y="4279392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6309360" y="4297680"/>
            <a:ext cx="64008" cy="1280160"/>
          </a:xfrm>
          <a:prstGeom prst="rect">
            <a:avLst/>
          </a:prstGeom>
          <a:solidFill>
            <a:srgbClr val="3E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8524" y="4475988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Apply Java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9194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Use if-else, switch, for and while.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DF5E4B-436E-7290-E4BA-FE17D22A6B64}"/>
              </a:ext>
            </a:extLst>
          </p:cNvPr>
          <p:cNvSpPr txBox="1"/>
          <p:nvPr/>
        </p:nvSpPr>
        <p:spPr>
          <a:xfrm>
            <a:off x="868680" y="1069848"/>
            <a:ext cx="290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73E7EB-5780-94E8-0FD0-924869AA4CFA}"/>
              </a:ext>
            </a:extLst>
          </p:cNvPr>
          <p:cNvSpPr txBox="1"/>
          <p:nvPr/>
        </p:nvSpPr>
        <p:spPr>
          <a:xfrm>
            <a:off x="6254496" y="1097280"/>
            <a:ext cx="340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44AF3E-21EE-4BCB-EC62-8554A4928268}"/>
              </a:ext>
            </a:extLst>
          </p:cNvPr>
          <p:cNvSpPr txBox="1"/>
          <p:nvPr/>
        </p:nvSpPr>
        <p:spPr>
          <a:xfrm>
            <a:off x="6254496" y="2757255"/>
            <a:ext cx="3541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4.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DD6A84-A48A-B028-2517-30A40749A7B1}"/>
              </a:ext>
            </a:extLst>
          </p:cNvPr>
          <p:cNvSpPr txBox="1"/>
          <p:nvPr/>
        </p:nvSpPr>
        <p:spPr>
          <a:xfrm>
            <a:off x="6345936" y="4195810"/>
            <a:ext cx="53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4008" cy="43891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9903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MANUAL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6324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• Paper registers or spreadsheets</a:t>
            </a:r>
            <a:br/>
            <a:br/>
            <a:r>
              <a:t>• Room status updated manually</a:t>
            </a:r>
            <a:br/>
            <a:br/>
            <a:r>
              <a:t>• Billing calculations may be done separately</a:t>
            </a:r>
            <a:br/>
            <a:br/>
            <a:r>
              <a:t>• Occupancy information is not always immediate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64008" cy="438912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9903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2"/>
            <a:ext cx="306324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• Higher chance of data-entry errors</a:t>
            </a:r>
            <a:br/>
            <a:br/>
            <a:r>
              <a:t>• Slower reservation process</a:t>
            </a:r>
            <a:br/>
            <a:br/>
            <a:r>
              <a:t>• Difficult to track room availability</a:t>
            </a:r>
            <a:br/>
            <a:br/>
            <a:r>
              <a:t>• Repetitive work for staff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64008" cy="438912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39903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NEED FOR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06324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• Centralized room information</a:t>
            </a:r>
            <a:br/>
            <a:br/>
            <a:r>
              <a:t>• Faster booking and check-out</a:t>
            </a:r>
            <a:br/>
            <a:br/>
            <a:r>
              <a:t>• Automatic status updates</a:t>
            </a:r>
            <a:br/>
            <a:br/>
            <a:r>
              <a:t>• Simple occupancy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704088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 b="0">
                <a:solidFill>
                  <a:srgbClr val="23282D"/>
                </a:solidFill>
              </a:defRPr>
            </a:pPr>
            <a:r>
              <a:rPr dirty="0"/>
              <a:t>Develop a menu-driven Java application for hotel room management.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 b="0">
                <a:solidFill>
                  <a:srgbClr val="23282D"/>
                </a:solidFill>
              </a:defRPr>
            </a:pPr>
            <a:r>
              <a:rPr dirty="0"/>
              <a:t>Store room number, category, availability, guest details, and charges.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 b="0">
                <a:solidFill>
                  <a:srgbClr val="23282D"/>
                </a:solidFill>
              </a:defRPr>
            </a:pPr>
            <a:r>
              <a:rPr dirty="0"/>
              <a:t>Use control statements to manage different hotel operations.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 b="0">
                <a:solidFill>
                  <a:srgbClr val="23282D"/>
                </a:solidFill>
              </a:defRPr>
            </a:pPr>
            <a:r>
              <a:rPr dirty="0"/>
              <a:t>Update room status automatically during booking and check-out.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 b="0">
                <a:solidFill>
                  <a:srgbClr val="23282D"/>
                </a:solidFill>
              </a:defRPr>
            </a:pPr>
            <a:r>
              <a:rPr dirty="0"/>
              <a:t>Generate a simple bill and display an occupancy report.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2011680"/>
            <a:ext cx="566928" cy="566928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213969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697480"/>
            <a:ext cx="841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Book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13648" y="2295144"/>
            <a:ext cx="182880" cy="0"/>
          </a:xfrm>
          <a:prstGeom prst="line">
            <a:avLst/>
          </a:prstGeom>
          <a:ln w="25400">
            <a:solidFill>
              <a:srgbClr val="D2A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796528" y="2011680"/>
            <a:ext cx="566928" cy="566928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96528" y="213969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8" y="2697480"/>
            <a:ext cx="841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Check-in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63456" y="2295144"/>
            <a:ext cx="182880" cy="0"/>
          </a:xfrm>
          <a:prstGeom prst="line">
            <a:avLst/>
          </a:prstGeom>
          <a:ln w="25400">
            <a:solidFill>
              <a:srgbClr val="D2A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546336" y="2011680"/>
            <a:ext cx="566928" cy="566928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46336" y="213969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697480"/>
            <a:ext cx="841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Stay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13264" y="2295144"/>
            <a:ext cx="182880" cy="0"/>
          </a:xfrm>
          <a:prstGeom prst="line">
            <a:avLst/>
          </a:prstGeom>
          <a:ln w="25400">
            <a:solidFill>
              <a:srgbClr val="D2A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96144" y="2011680"/>
            <a:ext cx="566928" cy="566928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96144" y="213969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8984" y="2697480"/>
            <a:ext cx="841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Bill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63072" y="2295144"/>
            <a:ext cx="182880" cy="0"/>
          </a:xfrm>
          <a:prstGeom prst="line">
            <a:avLst/>
          </a:prstGeom>
          <a:ln w="25400">
            <a:solidFill>
              <a:srgbClr val="D2A0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045952" y="2011680"/>
            <a:ext cx="566928" cy="566928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45952" y="213969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2697480"/>
            <a:ext cx="841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Check-out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960120"/>
            <a:ext cx="66751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A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03327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2A041"/>
                </a:solidFill>
              </a:defRPr>
            </a:pPr>
            <a:r>
              <a:t>USER / RECEPTIONIST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31673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8"/>
                </a:solidFill>
              </a:defRPr>
            </a:pPr>
            <a:r>
              <a:t>Inputs guest and room details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618488"/>
            <a:ext cx="0" cy="301752"/>
          </a:xfrm>
          <a:prstGeom prst="line">
            <a:avLst/>
          </a:prstGeom>
          <a:ln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1920240"/>
            <a:ext cx="66751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199339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068A0"/>
                </a:solidFill>
              </a:defRPr>
            </a:pPr>
            <a:r>
              <a:t>JAVA MENU &amp; CONTROL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27685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8"/>
                </a:solidFill>
              </a:defRPr>
            </a:pPr>
            <a:r>
              <a:t>if-else • switch • for • while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578608"/>
            <a:ext cx="0" cy="301752"/>
          </a:xfrm>
          <a:prstGeom prst="line">
            <a:avLst/>
          </a:prstGeom>
          <a:ln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2880360"/>
            <a:ext cx="66751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71800" y="295351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8C5B"/>
                </a:solidFill>
              </a:defRPr>
            </a:pPr>
            <a:r>
              <a:t>HOTEL MANAGEMENT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23697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8"/>
                </a:solidFill>
              </a:defRPr>
            </a:pPr>
            <a:r>
              <a:t>Booking • Check-in • Check-out • Billing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538728"/>
            <a:ext cx="0" cy="301752"/>
          </a:xfrm>
          <a:prstGeom prst="line">
            <a:avLst/>
          </a:prstGeom>
          <a:ln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0" y="3840480"/>
            <a:ext cx="66751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391363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D46"/>
                </a:solidFill>
              </a:defRPr>
            </a:pPr>
            <a:r>
              <a:t>ROOM &amp; GUEST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19709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8"/>
                </a:solidFill>
              </a:defRPr>
            </a:pPr>
            <a:r>
              <a:t>Room status • Category • Guest details • Charges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4498848"/>
            <a:ext cx="0" cy="301752"/>
          </a:xfrm>
          <a:prstGeom prst="line">
            <a:avLst/>
          </a:prstGeom>
          <a:ln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0" y="4800600"/>
            <a:ext cx="66751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A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71800" y="4873752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2A041"/>
                </a:solidFill>
              </a:defRPr>
            </a:pPr>
            <a:r>
              <a:t>REPORTS /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157216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078"/>
                </a:solidFill>
              </a:defRPr>
            </a:pPr>
            <a:r>
              <a:t>Available rooms • Bill • Occupancy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64008" cy="1874519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3075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Room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Select a room and reserve it if vacant.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2372868"/>
            <a:ext cx="123444" cy="58293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3262" y="2647187"/>
            <a:ext cx="857250" cy="192024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2416" y="2462022"/>
            <a:ext cx="240029" cy="150876"/>
          </a:xfrm>
          <a:prstGeom prst="round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1842" y="2825496"/>
            <a:ext cx="54864" cy="1714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07642" y="2825496"/>
            <a:ext cx="54864" cy="1714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11430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1143000"/>
            <a:ext cx="64008" cy="1874519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13075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Room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1764792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Choose Single, Double, Deluxe, etc.</a:t>
            </a:r>
          </a:p>
        </p:txBody>
      </p:sp>
      <p:sp>
        <p:nvSpPr>
          <p:cNvPr id="20" name="Oval 19"/>
          <p:cNvSpPr/>
          <p:nvPr/>
        </p:nvSpPr>
        <p:spPr>
          <a:xfrm>
            <a:off x="4690872" y="2221991"/>
            <a:ext cx="329184" cy="329184"/>
          </a:xfrm>
          <a:prstGeom prst="ellipse">
            <a:avLst/>
          </a:prstGeom>
          <a:noFill/>
          <a:ln w="38100">
            <a:solidFill>
              <a:srgbClr val="D2A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78908" y="2352294"/>
            <a:ext cx="582930" cy="7543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25796" y="2400299"/>
            <a:ext cx="82296" cy="15087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90388" y="2400299"/>
            <a:ext cx="82296" cy="150876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11430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1143000"/>
            <a:ext cx="64008" cy="1874519"/>
          </a:xfrm>
          <a:prstGeom prst="rect">
            <a:avLst/>
          </a:prstGeom>
          <a:solidFill>
            <a:srgbClr val="3E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76488" y="13075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Guest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1764792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Perform check-in and check-out.</a:t>
            </a:r>
          </a:p>
        </p:txBody>
      </p:sp>
      <p:sp>
        <p:nvSpPr>
          <p:cNvPr id="28" name="Oval 27"/>
          <p:cNvSpPr/>
          <p:nvPr/>
        </p:nvSpPr>
        <p:spPr>
          <a:xfrm>
            <a:off x="8531352" y="2221991"/>
            <a:ext cx="219456" cy="219456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97062" y="2441448"/>
            <a:ext cx="288036" cy="342900"/>
          </a:xfrm>
          <a:prstGeom prst="ellipse">
            <a:avLst/>
          </a:prstGeom>
          <a:solidFill>
            <a:srgbClr val="E8EDF2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74252" y="2221991"/>
            <a:ext cx="219456" cy="219456"/>
          </a:xfrm>
          <a:prstGeom prst="ellipse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39962" y="2441448"/>
            <a:ext cx="288036" cy="342900"/>
          </a:xfrm>
          <a:prstGeom prst="ellipse">
            <a:avLst/>
          </a:prstGeom>
          <a:solidFill>
            <a:srgbClr val="E8EDF2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17152" y="2221991"/>
            <a:ext cx="219456" cy="219456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182862" y="2441448"/>
            <a:ext cx="288036" cy="342900"/>
          </a:xfrm>
          <a:prstGeom prst="ellipse">
            <a:avLst/>
          </a:prstGeom>
          <a:solidFill>
            <a:srgbClr val="E8EDF2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436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474720"/>
            <a:ext cx="64008" cy="1874519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36393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Bill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4096511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Calculate room charges and display bill.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" y="4553712"/>
            <a:ext cx="61722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73836" y="4745736"/>
            <a:ext cx="356616" cy="24003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3836" y="4882896"/>
            <a:ext cx="356616" cy="24003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73836" y="5020055"/>
            <a:ext cx="356616" cy="24003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43484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434840" y="3474720"/>
            <a:ext cx="64008" cy="1874519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36008" y="36393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Available Rooms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36008" y="4096511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Use a for loop to list vacant rooms.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4704588"/>
            <a:ext cx="123444" cy="58293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793742" y="4978907"/>
            <a:ext cx="857250" cy="192024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882896" y="4793742"/>
            <a:ext cx="240029" cy="150876"/>
          </a:xfrm>
          <a:prstGeom prst="round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862322" y="5157216"/>
            <a:ext cx="54864" cy="1714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548122" y="5157216"/>
            <a:ext cx="54864" cy="1714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27532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75320" y="3474720"/>
            <a:ext cx="64008" cy="1874519"/>
          </a:xfrm>
          <a:prstGeom prst="rect">
            <a:avLst/>
          </a:prstGeom>
          <a:solidFill>
            <a:srgbClr val="3E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76488" y="36393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Occupancy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6488" y="4096511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Show occupied and available rooms.</a:t>
            </a:r>
          </a:p>
        </p:txBody>
      </p:sp>
      <p:sp>
        <p:nvSpPr>
          <p:cNvPr id="55" name="Oval 54"/>
          <p:cNvSpPr/>
          <p:nvPr/>
        </p:nvSpPr>
        <p:spPr>
          <a:xfrm>
            <a:off x="8531352" y="4553712"/>
            <a:ext cx="219456" cy="219456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497062" y="4773168"/>
            <a:ext cx="288036" cy="342900"/>
          </a:xfrm>
          <a:prstGeom prst="ellipse">
            <a:avLst/>
          </a:prstGeom>
          <a:solidFill>
            <a:srgbClr val="E8EDF2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874252" y="4553712"/>
            <a:ext cx="219456" cy="219456"/>
          </a:xfrm>
          <a:prstGeom prst="ellipse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39962" y="4773168"/>
            <a:ext cx="288036" cy="342900"/>
          </a:xfrm>
          <a:prstGeom prst="ellipse">
            <a:avLst/>
          </a:prstGeom>
          <a:solidFill>
            <a:srgbClr val="E8EDF2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217152" y="4553712"/>
            <a:ext cx="219456" cy="219456"/>
          </a:xfrm>
          <a:prstGeom prst="ellipse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182862" y="4773168"/>
            <a:ext cx="288036" cy="342900"/>
          </a:xfrm>
          <a:prstGeom prst="ellipse">
            <a:avLst/>
          </a:prstGeom>
          <a:solidFill>
            <a:srgbClr val="E8EDF2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66B75A-A94E-745B-0764-B59814E8E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9374"/>
            <a:ext cx="5771534" cy="65491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8D7B7D-99C9-22F4-8A76-A19B3EBEA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35" y="599374"/>
            <a:ext cx="6420465" cy="65126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5074920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1430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64008" cy="1143000"/>
          </a:xfrm>
          <a:prstGeom prst="rect">
            <a:avLst/>
          </a:prstGeom>
          <a:solidFill>
            <a:srgbClr val="3E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40270" y="847344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BOOKING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709159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Room 102 → Double → Occupied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64008" cy="114300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272491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BILL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182112"/>
            <a:ext cx="4709159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Room Charge: ₹2,500   |   Total: ₹2,500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77639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977639"/>
            <a:ext cx="64008" cy="114300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4142231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OCCUPANCY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599431"/>
            <a:ext cx="4709159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Total: 10  |  Occupied: 4  |  Vacant: 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EBD039-510F-B9E4-EEE4-304AB30CC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2000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749807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82D"/>
                </a:solidFill>
              </a:defRPr>
            </a:pPr>
            <a:r>
              <a:rPr dirty="0"/>
              <a:t>Connect the application to a database such as MySQL.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82D"/>
                </a:solidFill>
              </a:defRPr>
            </a:pPr>
            <a:r>
              <a:rPr dirty="0"/>
              <a:t>Add a graphical user interface (GUI) for reception staff.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82D"/>
                </a:solidFill>
              </a:defRPr>
            </a:pPr>
            <a:r>
              <a:rPr dirty="0"/>
              <a:t>Support online booking and cancellation.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82D"/>
                </a:solidFill>
              </a:defRPr>
            </a:pPr>
            <a:r>
              <a:rPr dirty="0"/>
              <a:t>Add payment gateway integration and digital invoices.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82D"/>
                </a:solidFill>
              </a:defRPr>
            </a:pPr>
            <a:r>
              <a:rPr dirty="0"/>
              <a:t>Send booking confirmations and reminders.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82D"/>
                </a:solidFill>
              </a:defRPr>
            </a:pPr>
            <a:r>
              <a:rPr dirty="0"/>
              <a:t>Generate advanced reports for occupancy and revenue.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23282D"/>
                </a:solidFill>
              </a:defRPr>
            </a:pPr>
            <a:r>
              <a:rPr dirty="0"/>
              <a:t>Add login and role-based access for staff and administrators.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25880"/>
            <a:ext cx="2651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41080" y="1325880"/>
            <a:ext cx="64008" cy="109728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42248" y="149047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1947672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Store records securely.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697480"/>
            <a:ext cx="2651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41080" y="2697480"/>
            <a:ext cx="64008" cy="1097280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42248" y="286207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ONLINE 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3319272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Allow remote reservations.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069080"/>
            <a:ext cx="2651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41080" y="4069080"/>
            <a:ext cx="64008" cy="1097280"/>
          </a:xfrm>
          <a:prstGeom prst="rect">
            <a:avLst/>
          </a:prstGeom>
          <a:solidFill>
            <a:srgbClr val="3E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42248" y="423367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6"/>
                </a:solidFill>
              </a:defRPr>
            </a:pPr>
            <a:r>
              <a:t>SMART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4690872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Analyze occupancy &amp;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371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D2A041"/>
                </a:solidFill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76809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The Hotel Booking &amp; Occupancy Manager provides a simple approach to hotel room management.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It handles booking, room category selection, guest operations, billing, and occupancy reporting.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The project demonstrates practical use of Java control statements.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Using automation reduces repetitive manual work and makes room status easier to track.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 b="0">
                <a:solidFill>
                  <a:srgbClr val="23282D"/>
                </a:solidFill>
              </a:defRPr>
            </a:pPr>
            <a:r>
              <a:rPr dirty="0"/>
              <a:t>The project can be extended into a complete database-driven hotel management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2150668"/>
            <a:ext cx="263347" cy="1243584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80576" y="2735884"/>
            <a:ext cx="1828800" cy="409651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70771" y="2340864"/>
            <a:ext cx="512063" cy="321868"/>
          </a:xfrm>
          <a:prstGeom prst="round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26880" y="3116275"/>
            <a:ext cx="117043" cy="36576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789920" y="3116275"/>
            <a:ext cx="117043" cy="36576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26880" y="3840480"/>
            <a:ext cx="1028700" cy="1257300"/>
          </a:xfrm>
          <a:prstGeom prst="roundRect">
            <a:avLst/>
          </a:prstGeom>
          <a:solidFill>
            <a:srgbClr val="FFFFFF"/>
          </a:solidFill>
          <a:ln>
            <a:solidFill>
              <a:srgbClr val="30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32619" y="4160520"/>
            <a:ext cx="594360" cy="40005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532619" y="4389120"/>
            <a:ext cx="594360" cy="40005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532619" y="4617720"/>
            <a:ext cx="594360" cy="40005"/>
          </a:xfrm>
          <a:prstGeom prst="rect">
            <a:avLst/>
          </a:prstGeom>
          <a:solidFill>
            <a:srgbClr val="69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50749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6"/>
                </a:solidFill>
              </a:defRPr>
            </a:pPr>
            <a:r>
              <a:t>BOOK  •  MANAGE  • 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06324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2A041"/>
                </a:solidFill>
              </a:defRPr>
            </a:pPr>
            <a:r>
              <a:t>Hotel Booking &amp; Occupancy Manager</a:t>
            </a:r>
          </a:p>
        </p:txBody>
      </p:sp>
      <p:sp>
        <p:nvSpPr>
          <p:cNvPr id="4" name="Oval 3"/>
          <p:cNvSpPr/>
          <p:nvPr/>
        </p:nvSpPr>
        <p:spPr>
          <a:xfrm>
            <a:off x="4846320" y="4069080"/>
            <a:ext cx="702259" cy="702259"/>
          </a:xfrm>
          <a:prstGeom prst="ellipse">
            <a:avLst/>
          </a:prstGeom>
          <a:noFill/>
          <a:ln w="38100">
            <a:solidFill>
              <a:srgbClr val="D2A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60796" y="4347057"/>
            <a:ext cx="1243584" cy="160934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87491" y="4449470"/>
            <a:ext cx="175564" cy="32186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38620" y="4449470"/>
            <a:ext cx="175564" cy="321868"/>
          </a:xfrm>
          <a:prstGeom prst="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0" y="4320540"/>
            <a:ext cx="205739" cy="9715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55130" y="4777740"/>
            <a:ext cx="1428750" cy="320040"/>
          </a:xfrm>
          <a:prstGeom prst="rect">
            <a:avLst/>
          </a:prstGeom>
          <a:solidFill>
            <a:srgbClr val="3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03720" y="4469130"/>
            <a:ext cx="400050" cy="251460"/>
          </a:xfrm>
          <a:prstGeom prst="roundRect">
            <a:avLst/>
          </a:prstGeom>
          <a:solidFill>
            <a:srgbClr val="D2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69430" y="5074920"/>
            <a:ext cx="91440" cy="2857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12429" y="5074920"/>
            <a:ext cx="91440" cy="28575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796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Srikari Miriyala</dc:creator>
  <cp:keywords/>
  <dc:description>generated using python-pptx</dc:description>
  <cp:lastModifiedBy>Srikari Miriyala</cp:lastModifiedBy>
  <cp:revision>2</cp:revision>
  <dcterms:created xsi:type="dcterms:W3CDTF">2013-01-27T09:14:16Z</dcterms:created>
  <dcterms:modified xsi:type="dcterms:W3CDTF">2026-09-30T14:11:03Z</dcterms:modified>
  <cp:category/>
</cp:coreProperties>
</file>